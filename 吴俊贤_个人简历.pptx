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3B82F6"/>
              </a:gs>
            </a:gsLst>
            <a:lin ang="54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715500" y="-762000"/>
            <a:ext cx="3429000" cy="3429000"/>
          </a:xfrm>
          <a:prstGeom prst="ellipse">
            <a:avLst/>
          </a:prstGeom>
          <a:solidFill>
            <a:srgbClr val="DBEAFE">
              <a:alpha val="5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525000" y="5238750"/>
            <a:ext cx="1905000" cy="1905000"/>
          </a:xfrm>
          <a:prstGeom prst="ellipse">
            <a:avLst/>
          </a:prstGeom>
          <a:solidFill>
            <a:srgbClr val="E0E7FF">
              <a:alpha val="4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286000" y="1714500"/>
            <a:ext cx="7620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286000" y="1714500"/>
            <a:ext cx="7620000" cy="762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149358" y="2341245"/>
            <a:ext cx="189328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吴俊贤</a:t>
            </a:r>
          </a:p>
        </p:txBody>
      </p:sp>
      <p:sp>
        <p:nvSpPr>
          <p:cNvPr id="9" name="Line 9"/>
          <p:cNvSpPr/>
          <p:nvPr/>
        </p:nvSpPr>
        <p:spPr>
          <a:xfrm>
            <a:off x="4953000" y="3048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3B82F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870418" y="3234690"/>
            <a:ext cx="245116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个人简历 · 东南大学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19725" y="36480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B82F6"/>
                </a:solidFill>
                <a:latin typeface="微软雅黑"/>
                <a:ea typeface="Microsoft YaHei"/>
                <a:cs typeface="微软雅黑"/>
              </a:rPr>
              <a:t>人工智能专业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0" y="4191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086660" y="4266724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Python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810250" y="4191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118348" y="4266724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AI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67500" y="4191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680121" y="42667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计算机视觉</a:t>
            </a:r>
          </a:p>
        </p:txBody>
      </p:sp>
      <p:sp>
        <p:nvSpPr>
          <p:cNvPr id="18" name="Ellipse 18"/>
          <p:cNvSpPr/>
          <p:nvPr/>
        </p:nvSpPr>
        <p:spPr>
          <a:xfrm>
            <a:off x="6057900" y="6534150"/>
            <a:ext cx="76200" cy="76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915025" y="6543675"/>
            <a:ext cx="57150" cy="5715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6219825" y="6543675"/>
            <a:ext cx="57150" cy="5715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个人简介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00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666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57900" y="662940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26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1912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524000"/>
            <a:ext cx="49530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62000" y="1524000"/>
            <a:ext cx="4953000" cy="476250"/>
          </a:xfrm>
          <a:prstGeom prst="roundRect">
            <a:avLst>
              <a:gd name="adj" fmla="val 24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62000" y="1885950"/>
            <a:ext cx="4953000" cy="1143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759392" y="16668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基本信息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25855" y="2140268"/>
            <a:ext cx="2705910" cy="2179320"/>
            <a:chOff x="1125855" y="2140268"/>
            <a:chExt cx="2705910" cy="2179320"/>
          </a:xfrm>
        </p:grpSpPr>
        <p:sp>
          <p:nvSpPr>
            <p:cNvPr id="14" name="TextBox 14"/>
            <p:cNvSpPr txBox="1"/>
            <p:nvPr/>
          </p:nvSpPr>
          <p:spPr>
            <a:xfrm>
              <a:off x="1125855" y="214026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微软雅黑"/>
                  <a:ea typeface="Microsoft YaHei"/>
                  <a:cs typeface="微软雅黑"/>
                </a:rPr>
                <a:t>姓名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：吴俊贤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855" y="2521268"/>
              <a:ext cx="19073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微软雅黑"/>
                  <a:ea typeface="Microsoft YaHei"/>
                  <a:cs typeface="微软雅黑"/>
                </a:rPr>
                <a:t>出生年月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：2007年1月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5855" y="29022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微软雅黑"/>
                  <a:ea typeface="Microsoft YaHei"/>
                  <a:cs typeface="微软雅黑"/>
                </a:rPr>
                <a:t>籍贯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：云南省昆明市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5855" y="32832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微软雅黑"/>
                  <a:ea typeface="Microsoft YaHei"/>
                  <a:cs typeface="微软雅黑"/>
                </a:rPr>
                <a:t>毕业院校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：东南大学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5855" y="366426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微软雅黑"/>
                  <a:ea typeface="Microsoft YaHei"/>
                  <a:cs typeface="微软雅黑"/>
                </a:rPr>
                <a:t>专业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：人工智能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5855" y="4045268"/>
              <a:ext cx="2705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0AF"/>
                  </a:solidFill>
                  <a:latin typeface="微软雅黑"/>
                  <a:ea typeface="Microsoft YaHei"/>
                  <a:cs typeface="微软雅黑"/>
                </a:rPr>
                <a:t>求职意向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：算法/人工智能方向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6286500" y="1524000"/>
            <a:ext cx="51435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1524000"/>
            <a:ext cx="5143500" cy="47625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1885950"/>
            <a:ext cx="5143500" cy="1143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79142" y="16668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联系方式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650355" y="2235518"/>
            <a:ext cx="2577751" cy="750570"/>
            <a:chOff x="6650355" y="2235518"/>
            <a:chExt cx="2577751" cy="750570"/>
          </a:xfrm>
        </p:grpSpPr>
        <p:sp>
          <p:nvSpPr>
            <p:cNvPr id="25" name="TextBox 25"/>
            <p:cNvSpPr txBox="1"/>
            <p:nvPr/>
          </p:nvSpPr>
          <p:spPr>
            <a:xfrm>
              <a:off x="6650355" y="2235518"/>
              <a:ext cx="25777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📧 邮箱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：1450616433@qq.com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0355" y="2711768"/>
              <a:ext cx="1936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📱 手机</a:t>
              </a:r>
              <a:r>
                <a:rPr lang="zh-CN" sz="1350" dirty="0">
                  <a:solidFill>
                    <a:srgbClr val="1E293B"/>
                  </a:solidFill>
                  <a:latin typeface="微软雅黑"/>
                  <a:ea typeface="Microsoft YaHei"/>
                  <a:cs typeface="微软雅黑"/>
                </a:rPr>
                <a:t>：18288707260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6667500" y="3333750"/>
            <a:ext cx="4381500" cy="238125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42760" y="3585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个人描述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43712" y="3926681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东南大学人工智能专业学生，聚焦多模态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43712" y="4193381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智能与计算机视觉方向。在陈浩老师工作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43712" y="4460081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室从事多模态特征融合、跨模态语义对齐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3712" y="4726781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等研究工作，探索算法模型在复杂场景下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43712" y="499348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的性能优化与落地应用。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教育背景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00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666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57900" y="662940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26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1912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10" name="Line 10"/>
          <p:cNvSpPr/>
          <p:nvPr/>
        </p:nvSpPr>
        <p:spPr>
          <a:xfrm>
            <a:off x="1143000" y="171450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28575">
            <a:solidFill>
              <a:srgbClr val="DBEAFE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047750" y="1809750"/>
            <a:ext cx="190500" cy="1905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524000" y="1619250"/>
            <a:ext cx="10096500" cy="438150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784985" y="18849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东南大学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238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144000" y="1857375"/>
            <a:ext cx="2190750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621262" y="19359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2025.09 - 至今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0700" y="25050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4155"/>
                </a:solidFill>
                <a:latin typeface="微软雅黑"/>
                <a:ea typeface="Microsoft YaHei"/>
                <a:cs typeface="微软雅黑"/>
              </a:rPr>
              <a:t>人工智能专业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809750" y="2952750"/>
            <a:ext cx="9525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85010" y="3108960"/>
            <a:ext cx="922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B82F6"/>
                </a:solidFill>
                <a:latin typeface="微软雅黑"/>
                <a:ea typeface="Microsoft YaHei"/>
                <a:cs typeface="微软雅黑"/>
              </a:rPr>
              <a:t>▸ 研究方向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5010" y="339471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陈浩老师工作室 · 多模态智能与计算机视觉方向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85010" y="3661410"/>
            <a:ext cx="40614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多模态特征融合、跨模态语义对齐、算法优化与应用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3815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108121" y="44572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计算机视觉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095625" y="43815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345894" y="445722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多模态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191000" y="4381500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370070" y="44572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特征融合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286375" y="438150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560695" y="44572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语义对齐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项目经历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00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666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57900" y="662940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26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1912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10" name="Line 10"/>
          <p:cNvSpPr/>
          <p:nvPr/>
        </p:nvSpPr>
        <p:spPr>
          <a:xfrm>
            <a:off x="1143000" y="171450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28575">
            <a:solidFill>
              <a:srgbClr val="DBEAFE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047750" y="2000250"/>
            <a:ext cx="190500" cy="1905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47750" y="4476750"/>
            <a:ext cx="190500" cy="1905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524000" y="1619250"/>
            <a:ext cx="10096500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788795" y="1869758"/>
            <a:ext cx="26354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Soul元创营 · Lumi项目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144000" y="1857375"/>
            <a:ext cx="2190750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526375" y="1935956"/>
            <a:ext cx="14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2025.11 - 2025.12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3558" y="2291239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B82F6"/>
                </a:solidFill>
                <a:latin typeface="微软雅黑"/>
                <a:ea typeface="Microsoft YaHei"/>
                <a:cs typeface="微软雅黑"/>
              </a:rPr>
              <a:t>角色：</a:t>
            </a:r>
            <a:r>
              <a:rPr lang="zh-CN" sz="1275" dirty="0">
                <a:solidFill>
                  <a:srgbClr val="64748B"/>
                </a:solidFill>
                <a:latin typeface="微软雅黑"/>
                <a:ea typeface="Microsoft YaHei"/>
                <a:cs typeface="微软雅黑"/>
              </a:rPr>
              <a:t>项目技术负责人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809750" y="2667000"/>
            <a:ext cx="9525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85962" y="2783681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「Lumi你的灵魂档案」— 使用扣子平台搭建工作流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5962" y="3002756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负责技术架构设计与实现，带领团队完成项目开发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00250" y="34290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358441" y="3506152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06"/>
                </a:solidFill>
                <a:latin typeface="微软雅黑"/>
                <a:ea typeface="Microsoft YaHei"/>
                <a:cs typeface="微软雅黑"/>
              </a:rPr>
              <a:t>🏆 决赛六强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14750" y="3429000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3B82F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846151" y="3506152"/>
            <a:ext cx="14516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🎓 首届元创营三等奖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524000" y="4381500"/>
            <a:ext cx="100965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788795" y="46320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校融媒体中心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0" y="4619625"/>
            <a:ext cx="2190750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621262" y="46982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2025.09 - 至今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93558" y="5053489"/>
            <a:ext cx="19224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B82F6"/>
                </a:solidFill>
                <a:latin typeface="微软雅黑"/>
                <a:ea typeface="Microsoft YaHei"/>
                <a:cs typeface="微软雅黑"/>
              </a:rPr>
              <a:t>角色：</a:t>
            </a:r>
            <a:r>
              <a:rPr lang="zh-CN" sz="1275" dirty="0">
                <a:solidFill>
                  <a:srgbClr val="64748B"/>
                </a:solidFill>
                <a:latin typeface="微软雅黑"/>
                <a:ea typeface="Microsoft YaHei"/>
                <a:cs typeface="微软雅黑"/>
              </a:rPr>
              <a:t>摄影 / 视频剪辑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809750" y="5381625"/>
            <a:ext cx="95250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985962" y="5498306"/>
            <a:ext cx="4957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多次组织并参与学校活动记录，独立拍摄剪辑视频推送，点击量破万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657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证书与技能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00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666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57900" y="662940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26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1912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524000"/>
            <a:ext cx="3524250" cy="457200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524000"/>
            <a:ext cx="3524250" cy="476250"/>
          </a:xfrm>
          <a:prstGeom prst="roundRect">
            <a:avLst>
              <a:gd name="adj" fmla="val 24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885950"/>
            <a:ext cx="3524250" cy="1143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986784" y="16668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📜 证书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" y="2286000"/>
            <a:ext cx="3048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82980" y="24260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大学英语四级证书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790" y="2648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CET-4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524000"/>
            <a:ext cx="3524250" cy="457200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1524000"/>
            <a:ext cx="3524250" cy="47625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33875" y="1885950"/>
            <a:ext cx="3524250" cy="1143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19130" y="166687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💻 编程语言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0" y="228600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45355" y="240696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Python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62500" y="2667000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762500" y="2667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51320" y="26460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80%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0" y="3095625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745355" y="3216592"/>
            <a:ext cx="3758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C++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0" y="3476625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762500" y="3476625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51320" y="345567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60%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572000" y="3905250"/>
            <a:ext cx="3048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745355" y="4026218"/>
            <a:ext cx="14627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Excel / Office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762500" y="4286250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762500" y="4286250"/>
            <a:ext cx="161925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51320" y="42652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85%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1524000"/>
            <a:ext cx="3524250" cy="457200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096250" y="1524000"/>
            <a:ext cx="3524250" cy="476250"/>
          </a:xfrm>
          <a:prstGeom prst="roundRect">
            <a:avLst>
              <a:gd name="adj" fmla="val 24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8096250" y="1885950"/>
            <a:ext cx="3524250" cy="1143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11534" y="16668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🔧 其他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8319135" y="2251710"/>
            <a:ext cx="1756791" cy="2148840"/>
            <a:chOff x="8319135" y="2251710"/>
            <a:chExt cx="1756791" cy="2148840"/>
          </a:xfrm>
        </p:grpSpPr>
        <p:sp>
          <p:nvSpPr>
            <p:cNvPr id="40" name="TextBox 40"/>
            <p:cNvSpPr txBox="1"/>
            <p:nvPr/>
          </p:nvSpPr>
          <p:spPr>
            <a:xfrm>
              <a:off x="8319135" y="2251710"/>
              <a:ext cx="1756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▸</a:t>
              </a:r>
              <a:r>
                <a:rPr lang="zh-CN" sz="1200" dirty="0">
                  <a:solidFill>
                    <a:srgbClr val="475569"/>
                  </a:solidFill>
                  <a:latin typeface="微软雅黑"/>
                  <a:ea typeface="Microsoft YaHei"/>
                  <a:cs typeface="微软雅黑"/>
                </a:rPr>
                <a:t xml:space="preserve"> 扣子平台工作流搭建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9135" y="2632710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▸</a:t>
              </a:r>
              <a:r>
                <a:rPr lang="zh-CN" sz="1200" dirty="0">
                  <a:solidFill>
                    <a:srgbClr val="475569"/>
                  </a:solidFill>
                  <a:latin typeface="微软雅黑"/>
                  <a:ea typeface="Microsoft YaHei"/>
                  <a:cs typeface="微软雅黑"/>
                </a:rPr>
                <a:t xml:space="preserve"> 视频拍摄与剪辑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9135" y="3013710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▸</a:t>
              </a:r>
              <a:r>
                <a:rPr lang="zh-CN" sz="1200" dirty="0">
                  <a:solidFill>
                    <a:srgbClr val="475569"/>
                  </a:solidFill>
                  <a:latin typeface="微软雅黑"/>
                  <a:ea typeface="Microsoft YaHei"/>
                  <a:cs typeface="微软雅黑"/>
                </a:rPr>
                <a:t xml:space="preserve"> 活动组织与策划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19135" y="3394710"/>
              <a:ext cx="15815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▸</a:t>
              </a:r>
              <a:r>
                <a:rPr lang="zh-CN" sz="1200" dirty="0">
                  <a:solidFill>
                    <a:srgbClr val="475569"/>
                  </a:solidFill>
                  <a:latin typeface="微软雅黑"/>
                  <a:ea typeface="Microsoft YaHei"/>
                  <a:cs typeface="微软雅黑"/>
                </a:rPr>
                <a:t xml:space="preserve"> 办公软件熟练使用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9135" y="3775710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▸</a:t>
              </a:r>
              <a:r>
                <a:rPr lang="zh-CN" sz="1200" dirty="0">
                  <a:solidFill>
                    <a:srgbClr val="475569"/>
                  </a:solidFill>
                  <a:latin typeface="微软雅黑"/>
                  <a:ea typeface="Microsoft YaHei"/>
                  <a:cs typeface="微软雅黑"/>
                </a:rPr>
                <a:t xml:space="preserve"> 快速学习能力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19135" y="4156710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B82F6"/>
                  </a:solidFill>
                  <a:latin typeface="微软雅黑"/>
                  <a:ea typeface="Microsoft YaHei"/>
                  <a:cs typeface="微软雅黑"/>
                </a:rPr>
                <a:t>▸</a:t>
              </a:r>
              <a:r>
                <a:rPr lang="zh-CN" sz="1200" dirty="0">
                  <a:solidFill>
                    <a:srgbClr val="475569"/>
                  </a:solidFill>
                  <a:latin typeface="微软雅黑"/>
                  <a:ea typeface="Microsoft YaHei"/>
                  <a:cs typeface="微软雅黑"/>
                </a:rPr>
                <a:t xml:space="preserve"> 团队协作与管理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自我评价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00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666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57900" y="6629400"/>
            <a:ext cx="76200" cy="7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9626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191250" y="6648450"/>
            <a:ext cx="38100" cy="381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428750" y="1619250"/>
            <a:ext cx="9334500" cy="9525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428750" y="1619250"/>
            <a:ext cx="76200" cy="9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E40AF"/>
              </a:gs>
              <a:gs pos="100000">
                <a:srgbClr val="3B82F6"/>
              </a:gs>
            </a:gsLst>
            <a:lin ang="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83080" y="17735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「不会即学」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2605" y="2187892"/>
            <a:ext cx="51606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B82F6"/>
                </a:solidFill>
                <a:latin typeface="微软雅黑"/>
                <a:ea typeface="Microsoft YaHei"/>
                <a:cs typeface="微软雅黑"/>
              </a:rPr>
              <a:t>在实践中攻克技术难题，以扎实的学习能力为团队贡献力量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428750" y="2857500"/>
            <a:ext cx="93345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793558" y="310086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作为人工智能计算机方向的学生，我在陈浩老师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3558" y="3386614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工作室聚焦多模态智能与计算机视觉方向开展研究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3558" y="3672364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工作。围绕多模态数据的特征融合、跨模态语义对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3558" y="3958114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齐等核心问题，结合计算机视觉前沿技术，探索算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93558" y="424386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法模型在复杂场景下的性能优化与落地应用。</a:t>
            </a:r>
          </a:p>
        </p:txBody>
      </p:sp>
      <p:sp>
        <p:nvSpPr>
          <p:cNvPr id="20" name="Line 20"/>
          <p:cNvSpPr/>
          <p:nvPr/>
        </p:nvSpPr>
        <p:spPr>
          <a:xfrm>
            <a:off x="1809750" y="4762500"/>
            <a:ext cx="8572500" cy="9525"/>
          </a:xfrm>
          <a:custGeom>
            <a:avLst/>
            <a:gdLst/>
            <a:ahLst/>
            <a:cxnLst/>
            <a:rect l="l" t="t" r="r" b="b"/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793558" y="4910614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面对模型调优、特征工程等尚不熟练的环节，我始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93558" y="5196364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终保持主动钻研的态度，通过查阅文献、复现经典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93558" y="54821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算法、请教导师同事等方式补足短板。我坚信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93558" y="5767864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「不会即学」，期待以扎实的学习能力为团队贡献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93558" y="6053614"/>
            <a:ext cx="5910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力量。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76250" y="4762500"/>
            <a:ext cx="2857500" cy="2857500"/>
          </a:xfrm>
          <a:prstGeom prst="ellipse">
            <a:avLst/>
          </a:prstGeom>
          <a:solidFill>
            <a:srgbClr val="DBEAFE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-190500"/>
            <a:ext cx="2286000" cy="2286000"/>
          </a:xfrm>
          <a:prstGeom prst="ellipse">
            <a:avLst/>
          </a:prstGeom>
          <a:solidFill>
            <a:srgbClr val="E0E7FF">
              <a:alpha val="4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3B82F6"/>
              </a:gs>
            </a:gsLst>
            <a:lin ang="540000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286000" y="1524000"/>
            <a:ext cx="7620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286000" y="1524000"/>
            <a:ext cx="7620000" cy="762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252246" y="2245995"/>
            <a:ext cx="368750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E40AF"/>
                </a:solidFill>
                <a:latin typeface="微软雅黑"/>
                <a:ea typeface="Microsoft YaHei"/>
                <a:cs typeface="微软雅黑"/>
              </a:rPr>
              <a:t>感谢您的关注</a:t>
            </a:r>
          </a:p>
        </p:txBody>
      </p:sp>
      <p:sp>
        <p:nvSpPr>
          <p:cNvPr id="9" name="Line 9"/>
          <p:cNvSpPr/>
          <p:nvPr/>
        </p:nvSpPr>
        <p:spPr>
          <a:xfrm>
            <a:off x="4953000" y="29527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3B82F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111115" y="325088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475569"/>
                </a:solidFill>
                <a:latin typeface="微软雅黑"/>
                <a:ea typeface="Microsoft YaHei"/>
                <a:cs typeface="微软雅黑"/>
              </a:rPr>
              <a:t>期待与您共创价值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92392" y="3854768"/>
            <a:ext cx="40072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微软雅黑"/>
                <a:ea typeface="Microsoft YaHei"/>
                <a:cs typeface="微软雅黑"/>
              </a:rPr>
              <a:t>吴俊贤 · 1450616433@qq.com · 18288707260</a:t>
            </a:r>
          </a:p>
        </p:txBody>
      </p:sp>
      <p:sp>
        <p:nvSpPr>
          <p:cNvPr id="12" name="Ellipse 12"/>
          <p:cNvSpPr/>
          <p:nvPr/>
        </p:nvSpPr>
        <p:spPr>
          <a:xfrm>
            <a:off x="6057900" y="6534150"/>
            <a:ext cx="76200" cy="76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15025" y="6543675"/>
            <a:ext cx="57150" cy="5715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219825" y="6543675"/>
            <a:ext cx="57150" cy="5715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